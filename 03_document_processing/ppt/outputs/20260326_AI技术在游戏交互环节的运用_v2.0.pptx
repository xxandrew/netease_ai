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095" y="2103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微软雅黑"/>
              </a:rPr>
              <a:t>AI 技术在游戏交互环节的运用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095" y="3291840"/>
            <a:ext cx="1097280" cy="0"/>
          </a:xfrm>
          <a:prstGeom prst="line">
            <a:avLst/>
          </a:prstGeom>
          <a:ln w="25400">
            <a:solidFill>
              <a:srgbClr val="A50A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3095" y="3429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微软雅黑"/>
              </a:rPr>
              <a:t>现状 · 案例 · 启发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095" y="4069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微软雅黑"/>
              </a:rPr>
              <a:t>分享人：XXX　　2026.03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1713" y="299923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软雅黑"/>
              </a:rPr>
              <a:t>为什么现在谈这个？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095" y="883310"/>
            <a:ext cx="533095" cy="0"/>
          </a:xfrm>
          <a:prstGeom prst="line">
            <a:avLst/>
          </a:prstGeom>
          <a:ln w="25400">
            <a:solidFill>
              <a:srgbClr val="A50A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1713" y="93268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软雅黑"/>
              </a:rPr>
              <a:t>AI 正在改变游戏交互的底层逻辑——数据说话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095" y="1234440"/>
            <a:ext cx="278892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0255" y="1371600"/>
            <a:ext cx="1097280" cy="283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255" y="1408176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过去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255" y="173736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微软雅黑"/>
              </a:rPr>
              <a:t>规则驱动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255" y="2148840"/>
            <a:ext cx="2514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微软雅黑"/>
              </a:rPr>
              <a:t>· 设计师写死规则
· NPC 台词固定
· 难度上线就定死
· 新手教程人人一样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474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微软雅黑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1234440"/>
            <a:ext cx="278892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799" y="1371600"/>
            <a:ext cx="1097280" cy="283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9" y="1408176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现在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9" y="173736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微软雅黑"/>
              </a:rPr>
              <a:t>玩家驱动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9" y="2148840"/>
            <a:ext cx="2514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微软雅黑"/>
              </a:rPr>
              <a:t>· AI 实时感知行为
· NPC 实时生成对话
· 难度随水平浮动
· 引导路径因人而异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234440"/>
            <a:ext cx="484632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art_p02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325880"/>
            <a:ext cx="4663440" cy="4754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49440" y="61081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  <a:latin typeface="微软雅黑"/>
              </a:rPr>
              <a:t>数据来源：行业研究报告综合均值（仅供参考）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1713" y="299923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软雅黑"/>
              </a:rPr>
              <a:t>本次讨论的范围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095" y="883310"/>
            <a:ext cx="533095" cy="0"/>
          </a:xfrm>
          <a:prstGeom prst="line">
            <a:avLst/>
          </a:prstGeom>
          <a:ln w="25400">
            <a:solidFill>
              <a:srgbClr val="A50A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1713" y="93268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软雅黑"/>
              </a:rPr>
              <a:t>我们说的「游戏交互」包括哪些？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095" y="123444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0255" y="1371600"/>
            <a:ext cx="1097280" cy="283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255" y="1408176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对话互动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255" y="173736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NPC 对话与互动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255" y="2148840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微软雅黑"/>
              </a:rPr>
              <a:t>AI 生成对话，告别写死台词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6143" y="123444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3303" y="1371600"/>
            <a:ext cx="1097280" cy="283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3303" y="1408176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新手引导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3303" y="173736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新手引导与教学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3303" y="2148840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微软雅黑"/>
              </a:rPr>
              <a:t>个性化引导路径，因人而异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9191" y="123444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96351" y="1371600"/>
            <a:ext cx="1097280" cy="283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6351" y="1408176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UI反馈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6351" y="173736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UI 反馈与操作体验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6351" y="2148840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微软雅黑"/>
              </a:rPr>
              <a:t>预判意图，提前响应玩家操作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095" y="352044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0255" y="3657600"/>
            <a:ext cx="1097280" cy="283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255" y="3694176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难度节奏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255" y="402336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难度曲线与节奏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" y="4434840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微软雅黑"/>
              </a:rPr>
              <a:t>DDA 动态调节，保持心流体验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6143" y="352044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3303" y="3657600"/>
            <a:ext cx="1097280" cy="283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3303" y="3694176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情绪感知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3303" y="402336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玩家情绪感知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3303" y="4434840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微软雅黑"/>
              </a:rPr>
              <a:t>读懂情绪，调整游戏状态（前沿）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59191" y="352044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96351" y="3657600"/>
            <a:ext cx="1097280" cy="283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6351" y="3694176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不涉及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6351" y="402336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内容生成/数据分析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6351" y="4434840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微软雅黑"/>
              </a:rPr>
              <a:t>本次暂不覆盖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1713" y="299923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软雅黑"/>
              </a:rPr>
              <a:t>5 大应用方向总览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095" y="883310"/>
            <a:ext cx="533095" cy="0"/>
          </a:xfrm>
          <a:prstGeom prst="line">
            <a:avLst/>
          </a:prstGeom>
          <a:ln w="25400">
            <a:solidFill>
              <a:srgbClr val="A50A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1713" y="93268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软雅黑"/>
              </a:rPr>
              <a:t>AI × 游戏交互——行业成熟度与落地情况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095" y="1234440"/>
            <a:ext cx="210312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0255" y="1371600"/>
            <a:ext cx="1097280" cy="283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255" y="1408176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方向①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255" y="17373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智能 NPC 对话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255" y="2148840"/>
            <a:ext cx="1828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微软雅黑"/>
              </a:rPr>
              <a:t>让NPC真正能聊天
成熟度：72%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91663" y="1234440"/>
            <a:ext cx="210312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8823" y="1371600"/>
            <a:ext cx="1097280" cy="283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8823" y="1408176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方向②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8823" y="17373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动态难度调节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8823" y="2148840"/>
            <a:ext cx="1828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微软雅黑"/>
              </a:rPr>
              <a:t>感知水平自动调节
成熟度：85%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0231" y="1234440"/>
            <a:ext cx="210312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87391" y="1371600"/>
            <a:ext cx="1097280" cy="283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7391" y="1408176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方向③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7391" y="17373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个性化引导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7391" y="2148840"/>
            <a:ext cx="1828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微软雅黑"/>
              </a:rPr>
              <a:t>新手教学因人而异
成熟度：68%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8799" y="1234440"/>
            <a:ext cx="210312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45959" y="1371600"/>
            <a:ext cx="1097280" cy="283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5959" y="1408176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方向④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5959" y="17373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行为预测与反馈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5959" y="2148840"/>
            <a:ext cx="1828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微软雅黑"/>
              </a:rPr>
              <a:t>提前知道你下一步
成熟度：60%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67367" y="1234440"/>
            <a:ext cx="210312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04527" y="1371600"/>
            <a:ext cx="1097280" cy="283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04527" y="1408176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方向⑤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4527" y="17373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情感感知交互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04527" y="2148840"/>
            <a:ext cx="1828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微软雅黑"/>
              </a:rPr>
              <a:t>读懂情绪调节节奏
成熟度：28%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4754880"/>
            <a:ext cx="63093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hart_p04_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4846320"/>
            <a:ext cx="6126480" cy="14630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926080" y="6336792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  <a:latin typeface="微软雅黑"/>
              </a:rPr>
              <a:t>各方向行业落地成熟度雷达图（基于公开数据综合评估）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1713" y="299923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软雅黑"/>
              </a:rPr>
              <a:t>方向①② — 智能 NPC + 动态难度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095" y="883310"/>
            <a:ext cx="533095" cy="0"/>
          </a:xfrm>
          <a:prstGeom prst="line">
            <a:avLst/>
          </a:prstGeom>
          <a:ln w="25400">
            <a:solidFill>
              <a:srgbClr val="A50A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1713" y="93268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软雅黑"/>
              </a:rPr>
              <a:t>让 NPC 会说话，让游戏懂你的水平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095" y="1234440"/>
            <a:ext cx="54406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" y="1371600"/>
            <a:ext cx="1005840" cy="283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08176"/>
            <a:ext cx="1005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方向①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73736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微软雅黑"/>
              </a:rPr>
              <a:t>智能 NPC 对话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2194560"/>
            <a:ext cx="5120640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2860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技  术：LLM 驱动，NPC 实时生成对话，告别写死剧本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案  例：Cyberpunk 2077 GPT-4 实验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           Inworld AI 引擎已被多款游戏接入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设计影响：剧情分支从【树状】变为【开放式】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           叙事边界扩展，一致性把控是新挑战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4892040"/>
            <a:ext cx="1005840" cy="283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928616"/>
            <a:ext cx="1005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方向②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9194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微软雅黑"/>
              </a:rPr>
              <a:t>数据支撑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52578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微软雅黑"/>
              </a:rPr>
              <a:t>行业成熟度 72%  |  Inworld 已接入 50+ 款游戏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234440"/>
            <a:ext cx="54406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45936" y="1371600"/>
            <a:ext cx="1005840" cy="283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1408176"/>
            <a:ext cx="1005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方向②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173736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微软雅黑"/>
              </a:rPr>
              <a:t>动态难度调节（DDA）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194560"/>
            <a:ext cx="5120640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2860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技  术：实时监测死亡率/操作精度，自动微调敌人强度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案  例：《生化危机》系列 —— DDA 已用 20 年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           《FIFA》对手 AI 随玩家水平实时浮动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设计影响：难度调参不再全靠策划手动完成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           AI 接管「让玩家保持心流」这件事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45936" y="4892040"/>
            <a:ext cx="731520" cy="283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4928616"/>
            <a:ext cx="731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91947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微软雅黑"/>
              </a:rPr>
              <a:t>行业成熟度 85%  |  已有 60%+ 的 AAA 游戏采用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1713" y="299923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软雅黑"/>
              </a:rPr>
              <a:t>方向③④ — 个性化引导 + 行为预测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095" y="883310"/>
            <a:ext cx="533095" cy="0"/>
          </a:xfrm>
          <a:prstGeom prst="line">
            <a:avLst/>
          </a:prstGeom>
          <a:ln w="25400">
            <a:solidFill>
              <a:srgbClr val="A50A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1713" y="93268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软雅黑"/>
              </a:rPr>
              <a:t>新手不再走同一条路，系统提前知道你要做什么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095" y="1234440"/>
            <a:ext cx="54406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" y="1371600"/>
            <a:ext cx="1005840" cy="283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08176"/>
            <a:ext cx="1005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方向③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73736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微软雅黑"/>
              </a:rPr>
              <a:t>个性化新手引导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2194560"/>
            <a:ext cx="5120640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2860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技  术：行为聚类识别玩家类型，推送匹配引导路径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案  例：《原神》多路径引导持续迭代，留存显著提升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           King 把多路径 AB 测试做成标配工具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设计影响：从「一套走天下」变成「多条路径并行」</a:t>
            </a:r>
          </a:p>
        </p:txBody>
      </p:sp>
      <p:pic>
        <p:nvPicPr>
          <p:cNvPr id="12" name="Picture 11" descr="chart_p06_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069080"/>
            <a:ext cx="5120640" cy="21945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217920" y="1234440"/>
            <a:ext cx="54406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45936" y="1371600"/>
            <a:ext cx="1005840" cy="283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408176"/>
            <a:ext cx="1005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方向④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173736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微软雅黑"/>
              </a:rPr>
              <a:t>行为预测与反馈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45936" y="2194560"/>
            <a:ext cx="5120640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228600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技  术：分析操作序列预测下一步意图，提前触发提示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案  例：腾讯 AI Lab — 预测流失节点，提前推送挽留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           《英雄联盟》— 实时走位分析优化提示时机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设计影响：UI 反馈从「响应操作」变成「预判意图」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           用户体验更流畅，操作摩擦大幅降低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1713" y="299923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软雅黑"/>
              </a:rPr>
              <a:t>方向⑤ — 情感感知交互（前沿方向）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095" y="883310"/>
            <a:ext cx="533095" cy="0"/>
          </a:xfrm>
          <a:prstGeom prst="line">
            <a:avLst/>
          </a:prstGeom>
          <a:ln w="25400">
            <a:solidFill>
              <a:srgbClr val="A50A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1713" y="93268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软雅黑"/>
              </a:rPr>
              <a:t>下一步：游戏能「感知」你的情绪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095" y="1234440"/>
            <a:ext cx="22860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0255" y="1371600"/>
            <a:ext cx="1097280" cy="283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255" y="1408176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摄像头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255" y="17373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面部表情识别
Affectiva / Emotion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255" y="214884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微软雅黑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047695" y="1234440"/>
            <a:ext cx="22860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84855" y="1371600"/>
            <a:ext cx="1097280" cy="283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84855" y="1408176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语音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4855" y="17373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声纹分析
识别焦虑/兴奋/沮丧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4855" y="214884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微软雅黑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5562295" y="1234440"/>
            <a:ext cx="22860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99455" y="1371600"/>
            <a:ext cx="1097280" cy="283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99455" y="1408176"/>
            <a:ext cx="10972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生理信号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99455" y="17373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心率/皮肤电
穿戴设备/XR场景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9455" y="214884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微软雅黑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737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</a:rPr>
              <a:t>→  情感模型  →  游戏动态响应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095" y="3383280"/>
            <a:ext cx="5440680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520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微软雅黑"/>
              </a:rPr>
              <a:t>已有实验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" y="3950208"/>
            <a:ext cx="5120640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4041648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· EA 研究院：用情感识别优化恐怖游戏惊吓时机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· VR《生化危机 7》：测试版接入心率监测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· Xbox 无障碍方向：情感感知辅助残障玩家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383280"/>
            <a:ext cx="5440680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3520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微软雅黑"/>
              </a:rPr>
              <a:t>现实限制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45936" y="3950208"/>
            <a:ext cx="5120640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4041648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· 隐私合规门槛高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· 移动端硬件暂不具备规模化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· 复杂环境识别准确率仍不稳定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微软雅黑"/>
              </a:rPr>
              <a:t>· 现在不一定要做，但值得在设计框架里预留接口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1713" y="299923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软雅黑"/>
              </a:rPr>
              <a:t>对我们的启发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095" y="883310"/>
            <a:ext cx="533095" cy="0"/>
          </a:xfrm>
          <a:prstGeom prst="line">
            <a:avLst/>
          </a:prstGeom>
          <a:ln w="25400">
            <a:solidFill>
              <a:srgbClr val="A50A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1713" y="93268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软雅黑"/>
              </a:rPr>
              <a:t>作为设计师/策划，我们现在能做什么？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095" y="1234440"/>
            <a:ext cx="27432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095" y="1234440"/>
            <a:ext cx="2743200" cy="384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095" y="1280160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可以交给AI</a:t>
            </a:r>
          </a:p>
        </p:txBody>
      </p:sp>
      <p:sp>
        <p:nvSpPr>
          <p:cNvPr id="9" name="Rectangle 8"/>
          <p:cNvSpPr/>
          <p:nvPr/>
        </p:nvSpPr>
        <p:spPr>
          <a:xfrm>
            <a:off x="670255" y="1737360"/>
            <a:ext cx="54864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415" y="2057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难度曲线的微调参数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0255" y="3154680"/>
            <a:ext cx="54864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7415" y="347472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新手引导路径分支测试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0255" y="4572000"/>
            <a:ext cx="54864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415" y="489204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玩家行为数据分析与分类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7463" y="1234440"/>
            <a:ext cx="27432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7463" y="1234440"/>
            <a:ext cx="2743200" cy="384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7463" y="1280160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需要人来把关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4623" y="1737360"/>
            <a:ext cx="54864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51783" y="2057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交互体验的情感基调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4623" y="3154680"/>
            <a:ext cx="54864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51783" y="347472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NPC 对话的世界观一致性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14623" y="4572000"/>
            <a:ext cx="54864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51783" y="489204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最终设计方向的价值判断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21831" y="1234440"/>
            <a:ext cx="27432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21831" y="1234440"/>
            <a:ext cx="2743200" cy="384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1831" y="1280160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近期可以尝试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8991" y="1737360"/>
            <a:ext cx="54864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6151" y="2057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① Inworld AI 做 NPC 对话原型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8991" y="3154680"/>
            <a:ext cx="54864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6151" y="347472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② 预设 2 条引导路径做 AB 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8991" y="4572000"/>
            <a:ext cx="54864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6151" y="489204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③ 关注竞品引导/难度版本迭代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1234440"/>
            <a:ext cx="26974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chart_p08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1325880"/>
            <a:ext cx="2514600" cy="48006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144000" y="615391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  <a:latin typeface="微软雅黑"/>
              </a:rPr>
              <a:t>引入AI后交互设计工作量结构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1713" y="299923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软雅黑"/>
              </a:rPr>
              <a:t>核心结论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095" y="883310"/>
            <a:ext cx="533095" cy="0"/>
          </a:xfrm>
          <a:prstGeom prst="line">
            <a:avLst/>
          </a:prstGeom>
          <a:ln w="25400">
            <a:solidFill>
              <a:srgbClr val="A50A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1713" y="93268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软雅黑"/>
              </a:rPr>
              <a:t>三句话总结 + 行业趋势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095" y="1234440"/>
            <a:ext cx="57607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095" y="1234440"/>
            <a:ext cx="502920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095" y="1645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微软雅黑"/>
              </a:rPr>
              <a:t>AI 在游戏交互中已不是「未来技术」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微软雅黑"/>
              </a:rPr>
              <a:t>NPC 对话、难度调节等能力今天就能用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095" y="2606040"/>
            <a:ext cx="57607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3095" y="2606040"/>
            <a:ext cx="502920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" y="3017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微软雅黑"/>
              </a:rPr>
              <a:t>设计师/策划的角色在升级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微软雅黑"/>
              </a:rPr>
              <a:t>从「规则制定者」变成「AI 行为的把关人」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095" y="3977640"/>
            <a:ext cx="57607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3095" y="3977640"/>
            <a:ext cx="502920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095" y="43891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微软雅黑"/>
              </a:rPr>
              <a:t>现在最值得关注的方向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微软雅黑"/>
              </a:rPr>
              <a:t>智能 NPC 对话  +  个性化引导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143000"/>
            <a:ext cx="5257800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art_p09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234440"/>
            <a:ext cx="5074920" cy="4846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83680" y="6108192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  <a:latin typeface="微软雅黑"/>
              </a:rPr>
              <a:t>数据来源：Newzoo / IDC 游戏AI报告综合整理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3095" y="5989320"/>
            <a:ext cx="11091672" cy="0"/>
          </a:xfrm>
          <a:prstGeom prst="line">
            <a:avLst/>
          </a:prstGeom>
          <a:ln w="25400">
            <a:solidFill>
              <a:srgbClr val="A50A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3095" y="612648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微软雅黑"/>
              </a:rPr>
              <a:t>你们项目里，有没有哪个交互环节特别痛？NPC 太死板 / 引导流失 / 手动调参——这些正是 AI 最先能帮上的地方。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