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Microsoft YaHei"/>
              </a:rPr>
              <a:t>AI 技术在游戏交互环节的运用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9144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  <a:latin typeface="Microsoft YaHei"/>
              </a:rPr>
              <a:t>现状 · 案例 · 启发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Microsoft YaHei"/>
              </a:rPr>
              <a:t>分享人：XXX　　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YaHei"/>
              </a:rPr>
              <a:t>为什么现在谈这个？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57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AI 正在改变游戏交互的底层逻辑——数据说话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过去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规则驱动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2468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· 设计师写死规则
· NPC 台词固定
· 难度上线就定死
· 新手教程人人一样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747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0000"/>
                </a:solidFill>
                <a:latin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18872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8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现在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64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玩家驱动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057400"/>
            <a:ext cx="2468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· AI 实时感知行为
· NPC 实时生成对话
· 难度随水平浮动
· 引导路径因人而异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188720"/>
            <a:ext cx="5166360" cy="5394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_p02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261872"/>
            <a:ext cx="5020056" cy="4919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29400" y="619963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Microsoft YaHei"/>
              </a:rPr>
              <a:t>数据来源：行业研究报告综合均值（仅供参考）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YaHei"/>
              </a:rPr>
              <a:t>本次讨论的范围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57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我们说的「游戏交互」包括哪些？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990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对话互动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099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NPC 对话与互动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AI 生成对话，告别写死台词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23444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37160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3990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新手引导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7099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新手引导与教学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个性化引导路径，因人而异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23444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137160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3990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UI反馈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17099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UI 反馈与操作体验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预判意图，提前响应玩家操作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47288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584448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611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难度节奏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227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难度曲线与节奏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1596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DDA 动态调节，保持心流体验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3447288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07408" y="3584448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611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情绪感知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39227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玩家情绪感知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431596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读懂情绪，调整游戏状态（前沿）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3296" y="3447288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0456" y="3584448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3611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不涉及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39227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内容生成/数据分析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431596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本次暂不覆盖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YaHei"/>
              </a:rPr>
              <a:t>5 大应用方向总览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57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AI × 游戏交互——行业成熟度与落地情况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084831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方向①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18105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智能 NPC 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81051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让 NPC 真正能聊天
行业成熟度：72%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0903" y="1188720"/>
            <a:ext cx="2084831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8063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1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方向②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3" y="1664208"/>
            <a:ext cx="18105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动态难度调节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3" y="2057400"/>
            <a:ext cx="181051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感知玩家水平自动调节
行业成熟度：85%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0326" y="1188720"/>
            <a:ext cx="2084831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47486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4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方向③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6" y="1664208"/>
            <a:ext cx="18105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个性化引导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6" y="2057400"/>
            <a:ext cx="181051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新手教学因人而异
行业成熟度：68%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59749" y="1188720"/>
            <a:ext cx="2084831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09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7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方向④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09" y="1664208"/>
            <a:ext cx="18105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行为预测与反馈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09" y="2057400"/>
            <a:ext cx="181051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提前知道你下一步
行业成熟度：60%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09172" y="1188720"/>
            <a:ext cx="2084831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46332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0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方向⑤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2" y="1664208"/>
            <a:ext cx="18105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情感感知交互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2" y="2057400"/>
            <a:ext cx="181051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>读懂情绪调整节奏
行业成熟度：28%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4617720"/>
            <a:ext cx="576072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rt_p04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4690872"/>
            <a:ext cx="5614416" cy="16733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200400" y="63825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Microsoft YaHei"/>
              </a:rPr>
              <a:t>各方向行业落地成熟度雷达图（基于公开数据综合评估）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YaHei"/>
              </a:rPr>
              <a:t>方向①② — 智能 NPC + 动态难度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57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让 NPC 会说话，让游戏懂你的水平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91440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方向①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YaHei"/>
              </a:rPr>
              <a:t>智能 NPC 对话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93392"/>
            <a:ext cx="530352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技  术：LLM 驱动，NPC 实时生成对话，告别写死剧本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案  例：Cyberpunk 2077 GPT-4 实验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           Inworld AI 引擎已被多款游戏接入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设计影响：剧情分支从【树状】变为【开放式】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           叙事边界大幅扩展，一致性把控是新挑战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43000"/>
            <a:ext cx="25400" cy="5303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91440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2618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方向②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YaHei"/>
              </a:rPr>
              <a:t>动态难度调节（DDA）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93392"/>
            <a:ext cx="530352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技  术：实时监测死亡率/操作精度，自动微调敌人强度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案  例：《生化危机》系列 —— DDA 已用 20 年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           《FIFA》对手 AI 随玩家水平实时浮动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设计影响：难度调参不再全靠策划手动完成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           AI 接管「让玩家保持心流」这件事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74552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54864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715000"/>
            <a:ext cx="11000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行业数据：智能NPC成熟度 72%  |  DDA 成熟度 85%（行业落地最高）  |  已有超过 60% 的 AAA 游戏应用 DDA 技术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YaHei"/>
              </a:rPr>
              <a:t>方向③④ — 个性化引导 + 行为预测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57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新手不再走同一条路，系统比你先知道你要做什么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91440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618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方向③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YaHei"/>
              </a:rPr>
              <a:t>个性化新手引导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93392"/>
            <a:ext cx="530352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技  术：行为聚类识别玩家类型，推送匹配引导路径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案  例：《原神》多路径引导持续迭代，留存显著提升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           King 把多路径 AB 测试做成标配工具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设计影响：从「一套走世界」变成「多条路径并行」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5303520" cy="251460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_p06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233672"/>
            <a:ext cx="5157216" cy="2039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2910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Microsoft YaHei"/>
              </a:rPr>
              <a:t>新手引导 A/B 测试：30日留存率对比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143000"/>
            <a:ext cx="25400" cy="5303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234440"/>
            <a:ext cx="91440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2618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方向④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72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YaHei"/>
              </a:rPr>
              <a:t>行为预测与反馈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93392"/>
            <a:ext cx="530352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技  术：分析操作序列预测下一步意图，提前触发提示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案  例：腾讯 AI Lab — 预测流失节点，提前推送挽留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           《英雄联盟》— 实时走位分析优化提示时机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设计影响：UI 反馈从「响应操作」变成「预判意图」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A1A1A"/>
                </a:solidFill>
                <a:latin typeface="Microsoft YaHei"/>
              </a:rPr>
              <a:t>           用户体验更流畅，操作摩擦大幅降低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YaHei"/>
              </a:rPr>
              <a:t>方向⑤ — 情感感知交互（前沿方向）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57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下一步：游戏能「感知」你的情绪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240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摄像头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面部表情识别
Affectiva / Emotion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188720"/>
            <a:ext cx="2240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语音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6642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声纹分析
识别焦虑/兴奋/沮丧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0574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188720"/>
            <a:ext cx="2240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32120" y="1325880"/>
            <a:ext cx="1005840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1353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生理信号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6642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Microsoft YaHei"/>
              </a:rPr>
              <a:t>心率/皮肤电
穿戴设备/XR场景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0574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6916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Microsoft YaHei"/>
              </a:rPr>
              <a:t>→  情感模型  →  游戏动态响应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46120"/>
            <a:ext cx="11274552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icrosoft YaHei"/>
              </a:rPr>
              <a:t>已有实验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Microsoft YaHei"/>
              </a:rPr>
              <a:t>· EA 研究院：用情感识别优化恐怖游戏惊吓时机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Microsoft YaHei"/>
              </a:rPr>
              <a:t>· VR《生化危机 7》：测试版接入心率监测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Microsoft YaHei"/>
              </a:rPr>
              <a:t>· Xbox 无障碍方向：情感感知辅助残障玩家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icrosoft YaHei"/>
              </a:rPr>
              <a:t>现实限制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Microsoft YaHei"/>
              </a:rPr>
              <a:t>· 隐私合规门槛高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Microsoft YaHei"/>
              </a:rPr>
              <a:t>· 移动端硬件暂不具备规模化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Microsoft YaHei"/>
              </a:rPr>
              <a:t>· 复杂环境识别准确率仍不稳定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94960"/>
            <a:ext cx="11274552" cy="1143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94960"/>
            <a:ext cx="54864" cy="1143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Microsoft YaHei"/>
              </a:rPr>
              <a:t>现在不一定要做，但值得在设计框架里预留接口。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YaHei"/>
              </a:rPr>
              <a:t>对我们的启发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57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作为设计师/策划，我们现在能做什么？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83464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93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可以交给AI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283464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28346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难度曲线的微调参数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28346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33756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新手引导路径分支测试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28346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6634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玩家行为数据分析与分类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234440"/>
            <a:ext cx="283464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2893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需要人来把关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618488"/>
            <a:ext cx="283464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1737360"/>
            <a:ext cx="28346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173736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7872" y="20116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交互体验的情感基调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063240"/>
            <a:ext cx="28346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306324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333756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NPC 对话的世界观一致性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389120"/>
            <a:ext cx="28346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438912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46634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最终设计方向的价值判断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234440"/>
            <a:ext cx="283464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2893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近期可以尝试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618488"/>
            <a:ext cx="283464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737360"/>
            <a:ext cx="28346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73736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20116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① 用 Inworld AI 做 NPC 对话原型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063240"/>
            <a:ext cx="28346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06324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333756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② 预设 2 条引导路径做 AB 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389120"/>
            <a:ext cx="28346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38912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46634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</a:rPr>
              <a:t>③ 持续关注竞品版本迭代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1188720"/>
            <a:ext cx="2788920" cy="5394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hart_p08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1261872"/>
            <a:ext cx="2642616" cy="491947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006840" y="619963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Microsoft YaHei"/>
              </a:rPr>
              <a:t>引入AI后交互设计工作量结构变化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YaHei"/>
              </a:rPr>
              <a:t>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57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三句话总结 + 行业趋势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57200" cy="1115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5394960" cy="11155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icrosoft YaHei"/>
              </a:rPr>
              <a:t>AI 在游戏交互中已不是「未来技术」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NPC 对话、难度调节等能力今天就能用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32888"/>
            <a:ext cx="457200" cy="1115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98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532888"/>
            <a:ext cx="5394960" cy="11155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670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icrosoft YaHei"/>
              </a:rPr>
              <a:t>设计师/策划的角色在升级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127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从「规则制定者」变成「AI 行为的把关人」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6"/>
            <a:ext cx="457200" cy="1115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970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31336"/>
            <a:ext cx="5394960" cy="11155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9684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icrosoft YaHei"/>
              </a:rPr>
              <a:t>现在最值得关注的方向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4256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icrosoft YaHei"/>
              </a:rPr>
              <a:t>智能 NPC 对话  +  个性化引导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143000"/>
            <a:ext cx="5212080" cy="512064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art_p0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216152"/>
            <a:ext cx="5065776" cy="46451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80" y="58795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Microsoft YaHei"/>
              </a:rPr>
              <a:t>数据来源：Newzoo / IDC 游戏AI报告综合整理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943600"/>
            <a:ext cx="11457432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08076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Microsoft YaHei"/>
              </a:rPr>
              <a:t>你们项目里，有没有哪个交互环节特别痛？手动调参 / 引导流失 / NPC 太死板——这些可能是 AI 最先能帮上的地方。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